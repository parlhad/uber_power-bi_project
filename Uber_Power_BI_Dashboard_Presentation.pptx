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Uber Power BI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Analytics Project</a:t>
            </a:r>
          </a:p>
          <a:p/>
          <a:p>
            <a:r>
              <a:t>Prepared by: Pralhad Balaji Jadhav</a:t>
            </a:r>
          </a:p>
          <a:p>
            <a:r>
              <a:t>Role: Data Analytics Project</a:t>
            </a:r>
          </a:p>
          <a:p>
            <a:r>
              <a:t>Tool: Microsoft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Uber operates at large scale with complex ride data</a:t>
            </a:r>
          </a:p>
          <a:p>
            <a:r>
              <a:t>• Business decisions require analytical insights</a:t>
            </a:r>
          </a:p>
          <a:p>
            <a:r>
              <a:t>• Key challenges include revenue loss, cancellations, and demand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Ride booking transactional dataset</a:t>
            </a:r>
          </a:p>
          <a:p>
            <a:r>
              <a:t>• Includes booking, customer, vehicle, location &amp; time data</a:t>
            </a:r>
          </a:p>
          <a:p>
            <a:r>
              <a:t>• Used for monthly &amp; quarterly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Overview Page</a:t>
            </a:r>
          </a:p>
          <a:p>
            <a:r>
              <a:t>• Vehicle Page</a:t>
            </a:r>
          </a:p>
          <a:p>
            <a:r>
              <a:t>• Revenue Page</a:t>
            </a:r>
          </a:p>
          <a:p>
            <a:r>
              <a:t>• Customer Page</a:t>
            </a:r>
          </a:p>
          <a:p>
            <a:r>
              <a:t>• Location Page</a:t>
            </a:r>
          </a:p>
          <a:p>
            <a:r>
              <a:t>• Interactive filters &amp; navigation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High-level KPIs: bookings, revenue, distance</a:t>
            </a:r>
          </a:p>
          <a:p>
            <a:r>
              <a:t>• Time-based trends</a:t>
            </a:r>
          </a:p>
          <a:p>
            <a:r>
              <a:t>• Business performance snapshot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Vehicle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Vehicle-wise revenue and bookings</a:t>
            </a:r>
          </a:p>
          <a:p>
            <a:r>
              <a:t>• Completion &amp; incomplete rates</a:t>
            </a:r>
          </a:p>
          <a:p>
            <a:r>
              <a:t>• Fleet optimization insights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Monthly &amp; quarterly revenue trends</a:t>
            </a:r>
          </a:p>
          <a:p>
            <a:r>
              <a:t>• Revenue by vehicle and payment method</a:t>
            </a:r>
          </a:p>
          <a:p>
            <a:r>
              <a:t>• Revenue risk and loss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Customer segmentation</a:t>
            </a:r>
          </a:p>
          <a:p>
            <a:r>
              <a:t>• Cancellation behavior analysis</a:t>
            </a:r>
          </a:p>
          <a:p>
            <a:r>
              <a:t>• Revenue impact due to customer cancellations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Location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pickup &amp; drop locations</a:t>
            </a:r>
          </a:p>
          <a:p>
            <a:r>
              <a:t>• Distance trends</a:t>
            </a:r>
          </a:p>
          <a:p>
            <a:r>
              <a:t>• Peak demand time slots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Skills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Microsoft Power BI</a:t>
            </a:r>
          </a:p>
          <a:p>
            <a:r>
              <a:t>• DAX &amp; Data Modeling</a:t>
            </a:r>
          </a:p>
          <a:p>
            <a:r>
              <a:t>• Business Analytics &amp; Visualization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Data-driven decisions</a:t>
            </a:r>
          </a:p>
          <a:p>
            <a:r>
              <a:t>• Revenue optimization</a:t>
            </a:r>
          </a:p>
          <a:p>
            <a:r>
              <a:t>• Operational efficiency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Learned real-world analytics</a:t>
            </a:r>
          </a:p>
          <a:p>
            <a:r>
              <a:t>• Dashboard storytelling</a:t>
            </a:r>
          </a:p>
          <a:p>
            <a:r>
              <a:t>• Future: predictive analytics &amp; real-time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